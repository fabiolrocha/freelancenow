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08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B6E7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069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ARQUITETURA DE SOFTWARE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FreeLanceNow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(web e mobile) que conecta clientes a profissionais freelancers de serviços gerais.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arquitetural 4+1 (Kruchten)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FreeLanceNow  •  Versão 1.1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 e Escopo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777240" cy="77724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55" y="226725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uma visão arquitetural abrangente do sistema, capturando e comunicando as principais decisões de projeto e os critérios que as fundamentaram, abrangendo hardware e software.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737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57400"/>
            <a:ext cx="777240" cy="77724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07" y="226725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4072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9426" y="2834640"/>
            <a:ext cx="4910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e mobile que conecta clientes a freelancers 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gerais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4069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FUNCIONALIDADES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4348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4348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autenticação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2907792" y="44348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/>
        </p:spPr>
      </p:sp>
      <p:sp>
        <p:nvSpPr>
          <p:cNvPr id="18" name="Text 14"/>
          <p:cNvSpPr/>
          <p:nvPr/>
        </p:nvSpPr>
        <p:spPr>
          <a:xfrm>
            <a:off x="3044952" y="44348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serviços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175504" y="44348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/>
        </p:spPr>
      </p:sp>
      <p:sp>
        <p:nvSpPr>
          <p:cNvPr id="20" name="Text 16"/>
          <p:cNvSpPr/>
          <p:nvPr/>
        </p:nvSpPr>
        <p:spPr>
          <a:xfrm>
            <a:off x="5312664" y="44348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contratação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443216" y="44348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/>
        </p:spPr>
      </p:sp>
      <p:sp>
        <p:nvSpPr>
          <p:cNvPr id="22" name="Text 18"/>
          <p:cNvSpPr/>
          <p:nvPr/>
        </p:nvSpPr>
        <p:spPr>
          <a:xfrm>
            <a:off x="7580376" y="44348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serviços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9710928" y="44348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/>
        </p:spPr>
      </p:sp>
      <p:sp>
        <p:nvSpPr>
          <p:cNvPr id="24" name="Text 20"/>
          <p:cNvSpPr/>
          <p:nvPr/>
        </p:nvSpPr>
        <p:spPr>
          <a:xfrm>
            <a:off x="9848088" y="44348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REQUISITOS ARQUITETURAIS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Linguagens &amp; Tecnologias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" y="2169414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27157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 (API REST e regras de negócio)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842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174" y="2169414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54296" y="27157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JavaScript (ES6+) e Tailwind CSS, responsivo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9842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782" y="2169414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75904" y="27157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ORM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0416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566" y="4226814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2688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com 2FA, bcrypt, HTTPS (TLS 1.2+), LGPD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61688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0416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1174" y="4226814"/>
            <a:ext cx="315468" cy="3154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54296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 Nginx (reverse proxy)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83296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041648"/>
            <a:ext cx="685800" cy="6858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2782" y="4226814"/>
            <a:ext cx="315468" cy="3154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 / i18n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375904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REST e estrutura preparada para idiomas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VISÃO DE CASOS DE USO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do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18175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20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83080" y="2295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e Autenticação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login seguro de usuários por perfil.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1984248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2181758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2020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504688" y="2295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Serviços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54296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publica e detalha seus serviços.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984248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181758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26296" y="2020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226296" y="2295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 Contratação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75904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encontra e solicita um serviço.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591056" y="382219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865376" y="4114800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886" y="431231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734056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734056" y="4425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Serviços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883664" y="50109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avalia o serviço após a conclusão.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312664" y="382219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86984" y="4114800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4494" y="4312310"/>
            <a:ext cx="336499" cy="33649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55664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55664" y="4425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Administrativo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605272" y="50109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administração da plataforma.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VISÃO LÓGICA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— Pacotes e Camadas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com separação clara de responsabilidades entre apresentação, negócio e dados.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0F8B8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web responsivo (HTML5, JS, Tailwind CSS)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3227832"/>
            <a:ext cx="7360920" cy="914400"/>
          </a:xfrm>
          <a:prstGeom prst="roundRect">
            <a:avLst>
              <a:gd name="adj" fmla="val 8000"/>
            </a:avLst>
          </a:prstGeom>
          <a:solidFill>
            <a:srgbClr val="0B6E7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/ API REST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70332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Spring MVC — recebem requisições e orquestram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45920" y="4306824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4416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 (Services)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47823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negócio, validações e fluxos da aplicação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48840" y="5385816"/>
            <a:ext cx="63550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5495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/ Dados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586130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via ORM sobre o PostgreSQL 15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9680" y="21488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4F1F1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da requisição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requisições descem da camada de apresentação até os dados;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conhece apenas a imediatamente inferior.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0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em pacotes por domínio: usuários, serviços, contratações e avaliações.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VISÃO DE IMPLANTAÇÃO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 de Implantação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286000"/>
            <a:ext cx="914400" cy="9144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 do Usuário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 ou smartphone iOS/Android, layout responsivo.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64408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8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3502152" y="192024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2286000"/>
            <a:ext cx="914400" cy="9144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53288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de Aplicação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30752" y="3886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+ Spring Boot/Tomcat e front-end estático, atrás do Nginx.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26480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8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6364224" y="192024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42048" y="2286000"/>
            <a:ext cx="914400" cy="9144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25328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de Banco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92824" y="3886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dedicado, via JDBC pela rede interna (porta 5432).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988552" y="2834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8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9226296" y="192024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04120" y="2286000"/>
            <a:ext cx="914400" cy="9144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253288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9176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Externos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454896" y="3886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SMTP, notificações em tempo real e object storage de imagens.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exclusivamente via HTTPS (TLS 1.2+) entre cliente e servidor de aplicação.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DIMENSIONAMENTO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Dimensionamento &amp;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ESTIMADO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29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2596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cadastrados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029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44568" y="2596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diários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2029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596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simultâneos (pico)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ativos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163824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44568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contratações por mês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3163824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8388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02168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média do usuário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ALVO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908792" cy="1600200"/>
          </a:xfrm>
          <a:prstGeom prst="roundRect">
            <a:avLst>
              <a:gd name="adj" fmla="val 5714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98348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3s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31520" y="553212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página (P95)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21838" y="5029200"/>
            <a:ext cx="0" cy="100584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3278" y="498348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3s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2913278" y="553212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serviços (P95)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03597" y="5029200"/>
            <a:ext cx="0" cy="100584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5037" y="498348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5s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5095037" y="553212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completa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85355" y="5029200"/>
            <a:ext cx="0" cy="100584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76795" y="498348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10s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7276795" y="553212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ao freelancer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67114" y="5029200"/>
            <a:ext cx="0" cy="1005840"/>
          </a:xfrm>
          <a:prstGeom prst="line">
            <a:avLst/>
          </a:prstGeom>
          <a:noFill/>
          <a:ln w="12700">
            <a:solidFill>
              <a:srgbClr val="143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58554" y="498348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99,0%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9458554" y="553212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(h. comercial)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ATRIBUTOS DE QUALIDADE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(QoS)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13603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29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27614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escalável horizontalmente atrás de balanceador e réplicas de leitura no PostgreSQL.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645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38528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213603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2029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54296" y="27614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diário, transações ACID nas operações críticas e monitoramento de saúde.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645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938528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136038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2029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Portabilidade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5904" y="27614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responsivo (Tailwind) com um único código-base para web e mobile.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591056" y="377647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65376" y="4069080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886" y="426659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34056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883664" y="4892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com expiração, 2FA, bcrypt, HTTPS e aceite de termos conforme a LGPD.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312664" y="377647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586984" y="4069080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4494" y="4266590"/>
            <a:ext cx="336499" cy="3364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55664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605272" y="4892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simples — até 3 cliques à ação principal — com feedback visual imediato.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PROTÓTIPO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— Telas e Fluxos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E4F1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1177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Telas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Serviços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Freelancer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Empresa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 Empresa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Projetos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Novo Projeto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Profissional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Cadastro (Freelancer / Empresa)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20240"/>
            <a:ext cx="731520" cy="7315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211775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Fluxos de Usuário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73952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73952" y="30358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→ Cadastrar/Entrar → preenche credenciais → redirecionado conforme o tipo de conta.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73952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73952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Busca/filtra → analisa perfil → solicita serviço → recebe notificação → avalia o serviço.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73952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73952" y="50932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adiciona serviço (form + fotos) → publica → aceita ou recusa solicitações em até 48h.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690</Words>
  <Application>Microsoft Office PowerPoint</Application>
  <PresentationFormat>Widescreen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FreeLanceNow – Documento de Arquitetura</dc:title>
  <dc:subject>PptxGenJS Presentation</dc:subject>
  <dc:creator>Equipe FreeLanceNow</dc:creator>
  <cp:lastModifiedBy>FÁBIO LUIZ CARDOSO LARANJEIRA ROCHA</cp:lastModifiedBy>
  <cp:revision>2</cp:revision>
  <dcterms:created xsi:type="dcterms:W3CDTF">2026-06-09T11:43:52Z</dcterms:created>
  <dcterms:modified xsi:type="dcterms:W3CDTF">2026-06-09T11:51:26Z</dcterms:modified>
</cp:coreProperties>
</file>